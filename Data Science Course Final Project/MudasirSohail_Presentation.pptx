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5" d="100"/>
          <a:sy n="35" d="100"/>
        </p:scale>
        <p:origin x="186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2031A-E909-F457-2EDE-13B624B42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4A0581-CF94-4905-721C-0C5867773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69D46-F046-3FC9-7AC7-41681FED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3C854-72F7-6983-4D8C-019270F79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F48ED-7CE1-013D-A667-640BEFA47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88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D1F3-540A-67E0-7F2C-BF791417E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C23A1-AEA3-5244-0882-9DBD33D68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2308A-98A5-060E-DA01-60172CA3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AD692-CCF6-9867-D14E-7923AA36F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7F48E-DAEF-374C-6E82-D6969BEBB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484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F07D-9C6A-8861-2A04-528762F2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93070-5C7D-297E-DB6A-D99DCA9FE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08968-C78F-14F9-1470-FF927096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8AADA-B374-F792-198E-D4DAAA59D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FD3C1-FE9C-6D6A-96F0-BFE6D64D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9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EA734-BF67-E6BE-981B-09C32E671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2397-0B10-C327-85E7-78A6587066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C4055-AF65-06A1-7511-F0B7C1DD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A7CC7-572A-6C87-438F-780EB131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90861-EADA-DD64-909C-846D9CB9F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D020C3-30D0-D86F-1A97-7CAD43F3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6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2AFCA-2CA2-A3DB-A76C-716A78597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09923-4B63-DFF6-DF90-DD0AEBE27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4B51C3-2424-50D4-35BE-F5FEE1DB1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9FCE9-4A34-D5C7-4E6C-E278249C90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E0580-C5DC-CB92-1A3D-4A288E3227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BC9E19-8941-04DD-D0D2-5679AACD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9AFE05-ADBE-9E12-75AD-D43E07476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1733E-61D0-4AD2-2D17-99B52477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699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8FFC-2845-1F81-7BE1-DA5D135F3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08FB30-E35D-642C-9847-0AC1D39E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231F7-F406-6F03-0076-32E969AC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D3ECD-1257-E8C8-CB43-048197B1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9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BC8F7-F6AC-1C9A-0132-26182640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73F4F-5224-6F98-F8D6-2F1DCD36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FE37E-DA97-AA05-9144-B2DEEB166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2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3C7D6-7AAB-5CA2-CF79-64BF5FA14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D033-7BDF-E808-146D-37CEEBD5C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E74886-2206-4A25-0A3E-DB1F7F815D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107FB-B441-98BC-5B8E-96C1E74CC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7FF706-7213-CF02-DC84-6214045B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1D40D-5AFE-B7EB-9D2C-EF1FEB42F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55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05CDB-980C-86C5-987C-5CFB575CC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BB31C-696E-EABE-F202-40ADC64E1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40F1D-42B7-1431-25B9-399594748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54820-7635-64A3-7E9D-0A344707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49087-824F-DD16-0EA3-BB9D0FE86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5CBD1-FD1F-E0F0-BA5F-15FF7DE5C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74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0F54-D81E-5D05-A7C5-17D6F95F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F733F-7E66-F56A-8D47-A2748C718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4754F-EA53-3BC5-6533-E7900EAD1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F5E7D-AB3B-5D54-CAA0-9CEC8F4AF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770DE-20F9-5815-BB6A-35C61FB9D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671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F6AE5-C4E5-A5D0-BB6B-DD3DD93AD5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EA2340-0ADD-C3C8-7166-CE07495091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8D43B-6A08-5856-F249-5BBDDBC6F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035F2-FCAB-E6CE-D368-306246DC5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A83AC-84CE-9977-98E7-3EB678DD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170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A8EEB-F783-61B2-DABD-1D0A4E17A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60E45-8BAA-808F-CACB-A8082AD06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3555-A78D-7864-0AA6-E77478022C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EA38C-DE87-4865-8216-514B7A3114E3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6FCB12-6735-4DE0-20A1-BCBD559E25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5D5CC-85A2-8E84-EC7E-2E8BDA919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CEA67C-5B1E-4966-A585-93C5720E12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EAAB25B-A9FF-7D48-52E1-2091E3F40C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066" y="0"/>
            <a:ext cx="12205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52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71F1AB-167B-5005-5F52-2A739651B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1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1A1DC6-AE3C-CA6A-07DE-1632AE6F4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83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19950F-3489-8D5A-334A-E63806706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9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609BF7-2127-B3A6-D211-1625D05C4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56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E2ECF1-3A0B-5042-D8F0-8DED803C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159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85B200E-835F-5D88-C5E3-EDD488B4B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83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E8F32F-C0C1-596C-A095-88227B8573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9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F94F09-42A2-1FA9-9A84-677720C50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27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EFC21-9EF9-565A-5BA5-93A568B32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37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8BAA2-2FD9-E88A-FF97-451FCDC97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38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Mudasir Sohail</dc:creator>
  <cp:lastModifiedBy>Mudasir Sohail</cp:lastModifiedBy>
  <cp:revision>1</cp:revision>
  <dcterms:created xsi:type="dcterms:W3CDTF">2025-11-09T11:14:36Z</dcterms:created>
  <dcterms:modified xsi:type="dcterms:W3CDTF">2025-11-09T11:15:15Z</dcterms:modified>
</cp:coreProperties>
</file>